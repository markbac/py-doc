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/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C62828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0" name="Version"/>
          <p:cNvSpPr txBox="1"/>
          <p:nvPr userDrawn="1"/>
        </p:nvSpPr>
        <p:spPr>
          <a:xfrm>
            <a:off x="457200" y="6400800"/>
            <a:ext cx="4572000" cy="304800"/>
          </a:xfrm>
          <a:prstGeom prst="rect">
            <a:avLst/>
          </a:prstGeom>
        </p:spPr>
        <p:txBody>
          <a:bodyPr/>
          <a:lstStyle/>
          <a:p>
            <a:r>
              <a:rPr lang="en-GB" sz="1000"/>
              <a:t>DRAFT, version {{VERSION}}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